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742AF0-3B48-4E04-A955-C66BF994B9D7}" v="12" dt="2026-06-12T17:29:49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5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74098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Mutual Fund Analytics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4" y="3090672"/>
            <a:ext cx="3438144" cy="2103121"/>
          </a:xfrm>
        </p:spPr>
        <p:txBody>
          <a:bodyPr/>
          <a:lstStyle/>
          <a:p>
            <a:r>
              <a:rPr lang="en-IN" dirty="0" err="1"/>
              <a:t>Tumul</a:t>
            </a:r>
            <a:r>
              <a:rPr lang="en-IN" dirty="0"/>
              <a:t> Singh</a:t>
            </a:r>
          </a:p>
          <a:p>
            <a:r>
              <a:rPr dirty="0"/>
              <a:t>NIT Kurukshetra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dirty="0"/>
              <a:t>Analyze mutual fund industry trends, fund performance, investor behavior, portfolio composition, and benchmark performance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10 datasets: Fund Master, NAV History, AUM, SIP, Category Inflows, Folios, Scheme Performance, Investor Transactions, Portfolio Holdings, Benchmark Indices.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Cleaning → SQLite → Python Analytics → Power BI Dashboard →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 Highlights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B49AC-FC43-CF58-8FFD-2F550510E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05" y="1283963"/>
            <a:ext cx="4134062" cy="2145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40D2CE-3F33-018F-3693-6B262A73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355" y="1283962"/>
            <a:ext cx="3564540" cy="2145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97612C-9678-DEE1-FAFA-73119E5AC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65191"/>
            <a:ext cx="8331628" cy="2617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F72915-CE55-D97B-C671-646C5FBB4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1" y="271039"/>
            <a:ext cx="4086547" cy="2110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B69398-E118-3395-514D-20A088B5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71039"/>
            <a:ext cx="4269427" cy="3586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0E6A5-983F-F3A2-9F9F-89ECBC6C7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43" y="2679467"/>
            <a:ext cx="3205982" cy="3653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9B8AA8-6345-316D-CDF8-5B5152267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7" y="4157239"/>
            <a:ext cx="5010091" cy="21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7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Industry Overview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</a:t>
            </a:r>
            <a:r>
              <a:rPr dirty="0"/>
              <a:t> </a:t>
            </a:r>
            <a:r>
              <a:rPr b="1" u="sng" dirty="0"/>
              <a:t>INDUSTRY_ANALYSIS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33A08-FE25-FE27-2B0C-40C1F737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177"/>
            <a:ext cx="9144000" cy="47338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</a:t>
            </a:r>
            <a:r>
              <a:rPr dirty="0"/>
              <a:t> </a:t>
            </a:r>
            <a:r>
              <a:rPr b="1" u="sng" dirty="0"/>
              <a:t>FUND_ANALYSIS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8A896-07D6-6F0E-20B7-3A3AFB15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7"/>
            <a:ext cx="9144000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Investor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</a:t>
            </a:r>
            <a:r>
              <a:rPr dirty="0"/>
              <a:t> INVESTOR_ANALYSIS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9FF95-5D09-BB6E-54FC-966049C4C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0280"/>
            <a:ext cx="914400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Holdings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</a:t>
            </a:r>
            <a:r>
              <a:rPr dirty="0"/>
              <a:t> MUTUAL_FUND_ANALYSIS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4CC97-34FA-64B2-2E3D-5FDDBA517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0708"/>
            <a:ext cx="9144000" cy="4667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</a:t>
            </a:r>
            <a:r>
              <a:rPr dirty="0"/>
              <a:t> BENCH_MARK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5F0C5-593C-4983-8047-5D000DF7D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7794"/>
            <a:ext cx="9144000" cy="46802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growth, rising SIP adoption, useful dashboard insights.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138</Words>
  <Application>Microsoft Office PowerPoint</Application>
  <PresentationFormat>On-screen Show (4:3)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Mutual Fund Analytics Capstone Project</vt:lpstr>
      <vt:lpstr>Problem Statement &amp; Objectives</vt:lpstr>
      <vt:lpstr>Dataset Overview</vt:lpstr>
      <vt:lpstr>Project Architecture</vt:lpstr>
      <vt:lpstr>EDA Highlights</vt:lpstr>
      <vt:lpstr>PowerPoint Presentation</vt:lpstr>
      <vt:lpstr>Industry Overview Dashboard</vt:lpstr>
      <vt:lpstr>Fund Performance Dashboard</vt:lpstr>
      <vt:lpstr>Investor Analysis Dashboard</vt:lpstr>
      <vt:lpstr>Portfolio Holdings Dashboard</vt:lpstr>
      <vt:lpstr>Benchmark Analysis Dashboard</vt:lpstr>
      <vt:lpstr>Key Findings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TUMUL SINGH</dc:creator>
  <cp:keywords/>
  <dc:description>generated using python-pptx</dc:description>
  <cp:lastModifiedBy>TUMUL SINGH</cp:lastModifiedBy>
  <cp:revision>2</cp:revision>
  <dcterms:created xsi:type="dcterms:W3CDTF">2013-01-27T09:14:16Z</dcterms:created>
  <dcterms:modified xsi:type="dcterms:W3CDTF">2026-06-12T17:30:16Z</dcterms:modified>
  <cp:category/>
</cp:coreProperties>
</file>